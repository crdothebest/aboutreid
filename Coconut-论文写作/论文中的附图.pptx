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5" autoAdjust="0"/>
    <p:restoredTop sz="94660"/>
  </p:normalViewPr>
  <p:slideViewPr>
    <p:cSldViewPr snapToGrid="0">
      <p:cViewPr varScale="1">
        <p:scale>
          <a:sx n="73" d="100"/>
          <a:sy n="73" d="100"/>
        </p:scale>
        <p:origin x="60" y="5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60006A-D04E-769A-0BF1-D04DDB665F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5863918-3BAD-8AED-71AA-0A6F95EE41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399FF0-C991-5606-A01E-7F478C37C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C948E-434B-4337-9322-7D6E0A9CC77A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E2B586-7DA5-E6F9-08D1-365957268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C54A35-F735-E3FE-431E-7ABE27964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149DA-9343-4447-8FA8-5385480377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4368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88AFB6-E0E0-59D9-AA31-F5D05DCC5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30D7D9-0311-14BD-F96C-81F25C4853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435670-9A3A-1F62-D959-D1C6879FB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C948E-434B-4337-9322-7D6E0A9CC77A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095241-31D0-3C6D-2A4E-2F8F26F71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BA7F4A-2EB9-7542-314D-D02812827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149DA-9343-4447-8FA8-5385480377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3872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C4EEA3-BAE5-DB5B-6315-C26EAABCD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97A4E10-865D-404C-DBC8-23999861F7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DDD54E-6367-4A2B-4F9B-CEB017C40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C948E-434B-4337-9322-7D6E0A9CC77A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2F8C9A-4520-C889-54A1-E0FFF7855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749D78-65E5-F1E3-11DA-226AA5BC8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149DA-9343-4447-8FA8-5385480377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2336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79E7BD-752B-1C4E-A443-A21A24398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405FC1-74E7-4EC9-BF4F-3F4A3F653A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8ECE285-2256-2476-1121-0796CDCB1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47A8A10-A308-0795-E74A-59F6CBD36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C948E-434B-4337-9322-7D6E0A9CC77A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4B50BF-F613-8BF9-4B45-6B3625299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F75DD51-987C-3A7A-2514-1C1379649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149DA-9343-4447-8FA8-5385480377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5664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D7F604-F181-04F0-4F3B-6A8F07F6E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13A3A9D-A3B6-2CEE-B2BE-ABAFFEC7FC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BB6921A-5692-1668-7AA1-303856D0DD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DA59768-6F8B-180F-A6D9-A952171A18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6972D45-1158-6674-D327-5352940CAA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E9F418C-C9C8-184A-5BC6-7C561ABBB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C948E-434B-4337-9322-7D6E0A9CC77A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BFB8117-C8FE-FE4A-2B83-B8799200E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3A5934B-CD11-1739-F98B-1D797BE44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149DA-9343-4447-8FA8-5385480377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4908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83DA06-E068-39FF-9808-7E449DE67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6A963E8-18E1-D38E-D955-D66CB4531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C948E-434B-4337-9322-7D6E0A9CC77A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29A8254-9A35-72CF-E0C2-C77815812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746DD28-C7D6-0B5B-8A9A-1632BFE3C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149DA-9343-4447-8FA8-5385480377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2075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8EF3559-D6F8-FC5B-41DC-2D9C19CFD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C948E-434B-4337-9322-7D6E0A9CC77A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4E2985F-0DAA-5169-E4AE-747AE7B31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99C424-DE5B-0B33-2C60-914F5423B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149DA-9343-4447-8FA8-5385480377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9849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C4E676-BB80-B090-8473-8FF83C809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02E28E-B12B-A84C-89CF-8375411BFB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4583101-C6BB-1177-E037-1020351CD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956346F-E973-E4FD-E35A-A0851799D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C948E-434B-4337-9322-7D6E0A9CC77A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29C0298-65AC-4BCB-2C53-8FF08BAF9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B1465E3-CBFF-FD41-618A-4A07C5F92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149DA-9343-4447-8FA8-5385480377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5005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E21A55-1F76-A1E4-2518-CE2CDA0E3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8569EBF-8110-B584-A20F-D72FB1311A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8971A1F-EFDC-B418-4F5C-74AA28BEF0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9ECC0C2-BFA1-B79E-1E31-DD37D4F48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C948E-434B-4337-9322-7D6E0A9CC77A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9AF2291-E63F-3DEE-8F06-F524C6A81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05263C7-EDEC-9939-2723-238B31E44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149DA-9343-4447-8FA8-5385480377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4618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5A0B12-F95D-00CE-B8A6-D69BBA23A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9E9E417-FACB-E090-A3D9-87060D8CB5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066C67-2E18-B670-4D7A-6FEB27500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C948E-434B-4337-9322-7D6E0A9CC77A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4C591D-613D-ED3E-47BB-70B4554F0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9605F6-9EFA-E007-FFD1-279A5033C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149DA-9343-4447-8FA8-5385480377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0017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81E7461-4C1F-4CE0-E194-7FE098683C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024670C-8A03-1313-DF7F-222DC187F5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467540-2D88-3426-D055-9DC340834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C948E-434B-4337-9322-7D6E0A9CC77A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E3C5A3-1A9A-0A74-B782-08471B1BF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2182A9-B0F9-7204-D854-E8EA6CCA7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149DA-9343-4447-8FA8-5385480377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1032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BC501A9-38F1-230E-8D2A-E885A5F87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75873F1-23E0-92AB-115A-6771279A7B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92EE0B-3FC6-64DD-6FFE-32A46ED17C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6C948E-434B-4337-9322-7D6E0A9CC77A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D69DDB-7C12-F3D9-05DD-1F354200A4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AF6F3F-BC30-88E6-F538-78B03AB586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B149DA-9343-4447-8FA8-5385480377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2883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BAAAD57-27E4-460A-77DA-DBC6A3288A85}"/>
              </a:ext>
            </a:extLst>
          </p:cNvPr>
          <p:cNvSpPr/>
          <p:nvPr/>
        </p:nvSpPr>
        <p:spPr>
          <a:xfrm>
            <a:off x="5133702" y="191589"/>
            <a:ext cx="1924595" cy="63572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BB0FC17-9989-E79B-03E6-6CE97ECB2911}"/>
              </a:ext>
            </a:extLst>
          </p:cNvPr>
          <p:cNvSpPr txBox="1"/>
          <p:nvPr/>
        </p:nvSpPr>
        <p:spPr>
          <a:xfrm>
            <a:off x="5195752" y="324785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n-ea"/>
              </a:rPr>
              <a:t>研究背景及意义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475CAE2-033C-E86F-3740-776627B3EB86}"/>
              </a:ext>
            </a:extLst>
          </p:cNvPr>
          <p:cNvSpPr/>
          <p:nvPr/>
        </p:nvSpPr>
        <p:spPr>
          <a:xfrm>
            <a:off x="5133702" y="1195643"/>
            <a:ext cx="1924595" cy="63572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90DFA1E-97D2-1F64-ABB2-11089D449DA1}"/>
              </a:ext>
            </a:extLst>
          </p:cNvPr>
          <p:cNvSpPr txBox="1"/>
          <p:nvPr/>
        </p:nvSpPr>
        <p:spPr>
          <a:xfrm>
            <a:off x="5195752" y="1328839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n-ea"/>
              </a:rPr>
              <a:t>国内外研究现状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F094CD60-8E39-25CE-DF40-9E68679816F6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>
            <a:off x="6096000" y="827314"/>
            <a:ext cx="0" cy="36832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2F777CCC-FE40-05EF-331A-5CDF0BE5C532}"/>
              </a:ext>
            </a:extLst>
          </p:cNvPr>
          <p:cNvSpPr/>
          <p:nvPr/>
        </p:nvSpPr>
        <p:spPr>
          <a:xfrm>
            <a:off x="5311171" y="2194450"/>
            <a:ext cx="1569660" cy="63572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F7902A9-C4E7-53B0-A41C-78FDBEF1BBDA}"/>
              </a:ext>
            </a:extLst>
          </p:cNvPr>
          <p:cNvSpPr txBox="1"/>
          <p:nvPr/>
        </p:nvSpPr>
        <p:spPr>
          <a:xfrm>
            <a:off x="5311170" y="233289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n-ea"/>
              </a:rPr>
              <a:t>相关理论概述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0CF172A0-47EE-4693-FAC9-DD21F6D71DDD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6096000" y="1831368"/>
            <a:ext cx="1" cy="36308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88C12BAA-9E75-D21A-5504-C798F3176AA7}"/>
              </a:ext>
            </a:extLst>
          </p:cNvPr>
          <p:cNvSpPr/>
          <p:nvPr/>
        </p:nvSpPr>
        <p:spPr>
          <a:xfrm>
            <a:off x="3221114" y="3149228"/>
            <a:ext cx="1974640" cy="3693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4B6D605-39E4-83F9-5A74-A7F0F32C3C0E}"/>
              </a:ext>
            </a:extLst>
          </p:cNvPr>
          <p:cNvSpPr txBox="1"/>
          <p:nvPr/>
        </p:nvSpPr>
        <p:spPr>
          <a:xfrm>
            <a:off x="3221113" y="3180005"/>
            <a:ext cx="1980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+mn-ea"/>
              </a:rPr>
              <a:t>多尺度特征金字塔理论</a:t>
            </a:r>
          </a:p>
        </p:txBody>
      </p:sp>
      <p:cxnSp>
        <p:nvCxnSpPr>
          <p:cNvPr id="24" name="连接符: 肘形 23">
            <a:extLst>
              <a:ext uri="{FF2B5EF4-FFF2-40B4-BE49-F238E27FC236}">
                <a16:creationId xmlns:a16="http://schemas.microsoft.com/office/drawing/2014/main" id="{4065F0B4-998D-8C17-425C-0648CCC1C304}"/>
              </a:ext>
            </a:extLst>
          </p:cNvPr>
          <p:cNvCxnSpPr>
            <a:cxnSpLocks/>
            <a:stCxn id="11" idx="1"/>
            <a:endCxn id="16" idx="0"/>
          </p:cNvCxnSpPr>
          <p:nvPr/>
        </p:nvCxnSpPr>
        <p:spPr>
          <a:xfrm rot="10800000" flipV="1">
            <a:off x="4211128" y="2517559"/>
            <a:ext cx="1100042" cy="662445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连接符: 肘形 25">
            <a:extLst>
              <a:ext uri="{FF2B5EF4-FFF2-40B4-BE49-F238E27FC236}">
                <a16:creationId xmlns:a16="http://schemas.microsoft.com/office/drawing/2014/main" id="{91A6BCC2-82FA-AACE-CC6F-C4B4C6346926}"/>
              </a:ext>
            </a:extLst>
          </p:cNvPr>
          <p:cNvCxnSpPr>
            <a:cxnSpLocks/>
            <a:stCxn id="11" idx="3"/>
            <a:endCxn id="37" idx="0"/>
          </p:cNvCxnSpPr>
          <p:nvPr/>
        </p:nvCxnSpPr>
        <p:spPr>
          <a:xfrm>
            <a:off x="6880830" y="2517560"/>
            <a:ext cx="987320" cy="64532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F9588927-59C5-805C-0428-64B07A59A967}"/>
              </a:ext>
            </a:extLst>
          </p:cNvPr>
          <p:cNvSpPr/>
          <p:nvPr/>
        </p:nvSpPr>
        <p:spPr>
          <a:xfrm>
            <a:off x="3585733" y="4001388"/>
            <a:ext cx="1232262" cy="63572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+mn-ea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DE00D25-3C92-0C56-559A-1873AD249977}"/>
              </a:ext>
            </a:extLst>
          </p:cNvPr>
          <p:cNvSpPr txBox="1"/>
          <p:nvPr/>
        </p:nvSpPr>
        <p:spPr>
          <a:xfrm>
            <a:off x="3614047" y="4082238"/>
            <a:ext cx="11941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latin typeface="+mn-ea"/>
              </a:rPr>
              <a:t>对比实验与结果分析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8CC2DED-51BD-3100-830F-17FAAE2043B9}"/>
              </a:ext>
            </a:extLst>
          </p:cNvPr>
          <p:cNvSpPr/>
          <p:nvPr/>
        </p:nvSpPr>
        <p:spPr>
          <a:xfrm>
            <a:off x="6880830" y="3162889"/>
            <a:ext cx="1974640" cy="36933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4B8F31A1-71A6-3EA8-BC96-27FF38B1C327}"/>
              </a:ext>
            </a:extLst>
          </p:cNvPr>
          <p:cNvSpPr txBox="1"/>
          <p:nvPr/>
        </p:nvSpPr>
        <p:spPr>
          <a:xfrm>
            <a:off x="7035333" y="3213356"/>
            <a:ext cx="16594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400" dirty="0" err="1">
                <a:latin typeface="+mn-ea"/>
              </a:rPr>
              <a:t>MoE</a:t>
            </a:r>
            <a:r>
              <a:rPr lang="zh-CN" altLang="en-US" sz="1400" dirty="0">
                <a:latin typeface="+mn-ea"/>
              </a:rPr>
              <a:t>基础理论框架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2AA61C3-685A-B0E0-EDD6-148586447F71}"/>
              </a:ext>
            </a:extLst>
          </p:cNvPr>
          <p:cNvSpPr/>
          <p:nvPr/>
        </p:nvSpPr>
        <p:spPr>
          <a:xfrm>
            <a:off x="7273763" y="4013039"/>
            <a:ext cx="1232262" cy="63572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+mn-ea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2A133392-1118-8CCB-5745-4E6279CD5063}"/>
              </a:ext>
            </a:extLst>
          </p:cNvPr>
          <p:cNvSpPr txBox="1"/>
          <p:nvPr/>
        </p:nvSpPr>
        <p:spPr>
          <a:xfrm>
            <a:off x="7273763" y="4095899"/>
            <a:ext cx="11941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latin typeface="+mn-ea"/>
              </a:rPr>
              <a:t>对比实验与结果分析</a:t>
            </a:r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01D21E7A-FEEB-70CC-278B-9B6645DD2B25}"/>
              </a:ext>
            </a:extLst>
          </p:cNvPr>
          <p:cNvCxnSpPr>
            <a:stCxn id="15" idx="2"/>
            <a:endCxn id="27" idx="0"/>
          </p:cNvCxnSpPr>
          <p:nvPr/>
        </p:nvCxnSpPr>
        <p:spPr>
          <a:xfrm flipH="1">
            <a:off x="4201864" y="3518561"/>
            <a:ext cx="6570" cy="48282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A919F685-0AA5-7F5F-39C0-739F54E43A39}"/>
              </a:ext>
            </a:extLst>
          </p:cNvPr>
          <p:cNvCxnSpPr>
            <a:cxnSpLocks/>
            <a:stCxn id="38" idx="2"/>
            <a:endCxn id="39" idx="0"/>
          </p:cNvCxnSpPr>
          <p:nvPr/>
        </p:nvCxnSpPr>
        <p:spPr>
          <a:xfrm>
            <a:off x="7865048" y="3521133"/>
            <a:ext cx="24846" cy="49190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矩形 50">
            <a:extLst>
              <a:ext uri="{FF2B5EF4-FFF2-40B4-BE49-F238E27FC236}">
                <a16:creationId xmlns:a16="http://schemas.microsoft.com/office/drawing/2014/main" id="{A010611E-D0D8-9885-C4BF-8CA15F240DFC}"/>
              </a:ext>
            </a:extLst>
          </p:cNvPr>
          <p:cNvSpPr/>
          <p:nvPr/>
        </p:nvSpPr>
        <p:spPr>
          <a:xfrm>
            <a:off x="5161393" y="5119977"/>
            <a:ext cx="2040596" cy="63572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+mn-ea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9C65D6CE-294F-8E3F-D3D3-ED9661333C77}"/>
              </a:ext>
            </a:extLst>
          </p:cNvPr>
          <p:cNvSpPr txBox="1"/>
          <p:nvPr/>
        </p:nvSpPr>
        <p:spPr>
          <a:xfrm>
            <a:off x="5133703" y="5208197"/>
            <a:ext cx="20682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latin typeface="+mn-ea"/>
              </a:rPr>
              <a:t>本文方法在智能安防的</a:t>
            </a:r>
            <a:endParaRPr lang="en-US" altLang="zh-CN" sz="1400" dirty="0">
              <a:latin typeface="+mn-ea"/>
            </a:endParaRPr>
          </a:p>
          <a:p>
            <a:pPr algn="ctr"/>
            <a:r>
              <a:rPr lang="zh-CN" altLang="en-US" sz="1400" dirty="0">
                <a:latin typeface="+mn-ea"/>
              </a:rPr>
              <a:t>应用研究</a:t>
            </a:r>
          </a:p>
        </p:txBody>
      </p:sp>
      <p:cxnSp>
        <p:nvCxnSpPr>
          <p:cNvPr id="55" name="连接符: 肘形 54">
            <a:extLst>
              <a:ext uri="{FF2B5EF4-FFF2-40B4-BE49-F238E27FC236}">
                <a16:creationId xmlns:a16="http://schemas.microsoft.com/office/drawing/2014/main" id="{6FDA1517-9879-E4F3-9791-1194ECE1C6A4}"/>
              </a:ext>
            </a:extLst>
          </p:cNvPr>
          <p:cNvCxnSpPr>
            <a:cxnSpLocks/>
            <a:stCxn id="29" idx="2"/>
            <a:endCxn id="51" idx="0"/>
          </p:cNvCxnSpPr>
          <p:nvPr/>
        </p:nvCxnSpPr>
        <p:spPr>
          <a:xfrm rot="16200000" flipH="1">
            <a:off x="4939151" y="3877436"/>
            <a:ext cx="514519" cy="1970562"/>
          </a:xfrm>
          <a:prstGeom prst="bentConnector3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连接符: 肘形 56">
            <a:extLst>
              <a:ext uri="{FF2B5EF4-FFF2-40B4-BE49-F238E27FC236}">
                <a16:creationId xmlns:a16="http://schemas.microsoft.com/office/drawing/2014/main" id="{E959FA22-389E-B61F-98A7-FDCFA7547C58}"/>
              </a:ext>
            </a:extLst>
          </p:cNvPr>
          <p:cNvCxnSpPr>
            <a:cxnSpLocks/>
            <a:stCxn id="39" idx="2"/>
            <a:endCxn id="51" idx="0"/>
          </p:cNvCxnSpPr>
          <p:nvPr/>
        </p:nvCxnSpPr>
        <p:spPr>
          <a:xfrm rot="5400000">
            <a:off x="6800187" y="4030269"/>
            <a:ext cx="471213" cy="1708203"/>
          </a:xfrm>
          <a:prstGeom prst="bentConnector3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矩形 59">
            <a:extLst>
              <a:ext uri="{FF2B5EF4-FFF2-40B4-BE49-F238E27FC236}">
                <a16:creationId xmlns:a16="http://schemas.microsoft.com/office/drawing/2014/main" id="{C5161032-55EE-D182-8CA4-11111F8D9542}"/>
              </a:ext>
            </a:extLst>
          </p:cNvPr>
          <p:cNvSpPr/>
          <p:nvPr/>
        </p:nvSpPr>
        <p:spPr>
          <a:xfrm>
            <a:off x="5757149" y="6111951"/>
            <a:ext cx="849086" cy="49390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+mn-ea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B524DD89-98FB-36B0-786A-7CD2BB5CEC23}"/>
              </a:ext>
            </a:extLst>
          </p:cNvPr>
          <p:cNvSpPr txBox="1"/>
          <p:nvPr/>
        </p:nvSpPr>
        <p:spPr>
          <a:xfrm>
            <a:off x="5757149" y="6175961"/>
            <a:ext cx="849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结论</a:t>
            </a:r>
            <a:endParaRPr lang="zh-CN" altLang="en-US" sz="1400" dirty="0">
              <a:latin typeface="+mn-ea"/>
            </a:endParaRPr>
          </a:p>
        </p:txBody>
      </p: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6108AEC2-1408-3BE8-7AB0-6B2A0C49D04F}"/>
              </a:ext>
            </a:extLst>
          </p:cNvPr>
          <p:cNvCxnSpPr>
            <a:cxnSpLocks/>
            <a:stCxn id="52" idx="2"/>
            <a:endCxn id="60" idx="0"/>
          </p:cNvCxnSpPr>
          <p:nvPr/>
        </p:nvCxnSpPr>
        <p:spPr>
          <a:xfrm>
            <a:off x="6167846" y="5731417"/>
            <a:ext cx="13846" cy="38053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0919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</TotalTime>
  <Words>38</Words>
  <Application>Microsoft Office PowerPoint</Application>
  <PresentationFormat>宽屏</PresentationFormat>
  <Paragraphs>10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子钰 叶</dc:creator>
  <cp:lastModifiedBy>子钰 叶</cp:lastModifiedBy>
  <cp:revision>2</cp:revision>
  <dcterms:created xsi:type="dcterms:W3CDTF">2025-12-04T07:21:49Z</dcterms:created>
  <dcterms:modified xsi:type="dcterms:W3CDTF">2025-12-04T15:11:43Z</dcterms:modified>
</cp:coreProperties>
</file>