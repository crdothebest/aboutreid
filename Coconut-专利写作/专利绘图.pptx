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2" r:id="rId5"/>
    <p:sldId id="258" r:id="rId6"/>
    <p:sldId id="259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子钰 叶" initials="子叶" lastIdx="1" clrIdx="0">
    <p:extLst>
      <p:ext uri="{19B8F6BF-5375-455C-9EA6-DF929625EA0E}">
        <p15:presenceInfo xmlns:p15="http://schemas.microsoft.com/office/powerpoint/2012/main" userId="5ebc77f7b21d771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924" y="10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4T13:10:52.579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E3D38-FF33-68EB-2ADF-5BB1A9287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0C7CAA-27D1-8032-1E6A-415B30ED1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4708D-064E-200E-1E2F-50B579A1B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501F49-B545-A326-E45C-CC2AF308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DEA192-4675-AF72-701B-A5B3D761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463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7F6C4-448F-DA57-2A37-FAEF4727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C86551-21AA-DE48-A3B6-DE661C6CD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68F85-3157-618C-E930-4CDB7CEDB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DB7EA9-F5D8-25AB-D005-65B81545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289FA5-8097-F278-C275-CD67163F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07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E9E72-1CE7-147E-7FBD-7192B2BDF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AE1AED-B9F7-0A40-A00F-F2E073BAA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56220D-96D9-D6AF-FD5C-731AA5D0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4BECE2-B86E-3542-18CF-E237B760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3B7333-DA48-3834-0DC7-616CB91F6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358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87FE6-637B-AA76-3449-2C42BBC0E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7CEC57-AE5E-1CE5-A4B5-E4A5EB149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04AC00-71AF-84B9-1BDD-CAFACFCEF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DB05FF-2716-9225-0440-9608935B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787C16-274A-9FE2-4A8A-AF7853F2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B28792-09C4-34F3-C140-A0A6AB36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66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7A0F6-0DCC-46E6-9E2C-7C612B4B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59BC68-724A-5B2C-FCD4-7ECA639A3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F29832-E144-538E-AEB7-C1156CA44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22C79A-93A9-52EA-59FA-05D860885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FE3088-4421-C167-6C57-C794EF069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59F83A-1D6C-16AE-37EC-3B2CF10E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FE9411-033A-7FBB-656A-5CCA13913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A39BB9-58EF-5920-36C4-F757506C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348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16503-230F-E45D-D1C2-A908D7A6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94322B-A08F-4F5C-6735-849594E5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AE24A1-02A3-08A6-C1C3-3C40FCED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C85439-E22C-96E2-1108-E681644B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97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F77C5C-12C1-34B7-4782-89A2D0863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697438-CEE9-8012-253C-CE006BDA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0E2B46-9E1A-5F2E-AB82-C040B7A4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858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D6A94-08F4-74F5-ECF6-E499FC31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203838-6800-5FF1-1162-C3680F13D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F8AC2D-EBAA-D95D-34B3-824018FDE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7C2E7C-C590-54A4-2387-5BBCEF3C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22067B-0911-1559-B8CE-33535CB6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6CCADA-886B-2F3E-A2F7-E11964FD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30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E2EB1A-6481-AB3C-0EF1-9E356FEC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0B6329-2CA2-4662-631B-BC6120C44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0B90AE-EB2F-F670-0D81-1013DE104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3B29F6-7EC3-7E07-2BDD-460E9F8E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D55E78-7853-2E64-DB44-46517447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A785B1-2A06-8A10-7F86-0F892CF7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844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75613-0C7E-49BD-5337-201C57527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5BC45D-0B8E-592A-77A9-C2A8F079A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428DB6-DE16-A7AC-5425-5E6A814D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25D13-4A2A-EE5E-F61C-A4463C04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D3AF7D-BC01-D099-0CCA-C4A13DC7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00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E091E3-752F-5C93-5353-ACA77C6B13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EF1EE1-D5E6-6742-EA6D-2572262AF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26E853-EE56-A39D-DB3A-DD81DB09D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9DA68-EB74-ECFB-58E7-63CA3E836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F3C11F-FD60-8B48-0FF1-B679F282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66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E6F86E-AA72-15B5-2D76-20406117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06C0EA-7123-1D90-E447-C5193B1F7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7944EA-0591-868F-B13D-FFAF9F400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D0503-0676-47E8-B6B9-32019BCCA1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2E6B24-8578-C0CC-8AAE-FB659F554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E1217-DBAD-EBD4-67B5-E4997AC5D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F3A3C-DB86-4684-967E-81BB79965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92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2BC01AC-C2C2-66E1-5322-D633D48992E4}"/>
              </a:ext>
            </a:extLst>
          </p:cNvPr>
          <p:cNvSpPr/>
          <p:nvPr/>
        </p:nvSpPr>
        <p:spPr>
          <a:xfrm>
            <a:off x="440655" y="2423518"/>
            <a:ext cx="1153769" cy="146962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输入模块 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</a:rPr>
              <a:t>H x W x C</a:t>
            </a:r>
            <a:r>
              <a:rPr lang="zh-CN" altLang="en-US" sz="12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24D0CD6-387B-B6A7-FFF3-5F80C6A1EEDF}"/>
              </a:ext>
            </a:extLst>
          </p:cNvPr>
          <p:cNvSpPr/>
          <p:nvPr/>
        </p:nvSpPr>
        <p:spPr>
          <a:xfrm>
            <a:off x="2120635" y="1750979"/>
            <a:ext cx="1305471" cy="70039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小窗口</a:t>
            </a:r>
            <a:r>
              <a:rPr lang="en-US" altLang="zh-CN" sz="1400" dirty="0">
                <a:solidFill>
                  <a:schemeClr val="tx1"/>
                </a:solidFill>
              </a:rPr>
              <a:t>(4x4)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2FED47-ADED-2D72-BD34-8E9ED2627DE7}"/>
              </a:ext>
            </a:extLst>
          </p:cNvPr>
          <p:cNvSpPr/>
          <p:nvPr/>
        </p:nvSpPr>
        <p:spPr>
          <a:xfrm>
            <a:off x="2099814" y="3791000"/>
            <a:ext cx="1336943" cy="70039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大窗口</a:t>
            </a:r>
            <a:r>
              <a:rPr lang="en-US" altLang="zh-CN" sz="1400" dirty="0">
                <a:solidFill>
                  <a:schemeClr val="tx1"/>
                </a:solidFill>
              </a:rPr>
              <a:t>(16x16)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40E3D6-2E0D-92B7-5E06-3E234D98E15B}"/>
              </a:ext>
            </a:extLst>
          </p:cNvPr>
          <p:cNvSpPr/>
          <p:nvPr/>
        </p:nvSpPr>
        <p:spPr>
          <a:xfrm>
            <a:off x="2120635" y="2808133"/>
            <a:ext cx="1305471" cy="70039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中窗口</a:t>
            </a:r>
            <a:r>
              <a:rPr lang="en-US" altLang="zh-CN" sz="1400" dirty="0">
                <a:solidFill>
                  <a:schemeClr val="tx1"/>
                </a:solidFill>
              </a:rPr>
              <a:t>(8x8)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D762D5-95A6-AD52-EB8C-F3606AD706D4}"/>
              </a:ext>
            </a:extLst>
          </p:cNvPr>
          <p:cNvSpPr/>
          <p:nvPr/>
        </p:nvSpPr>
        <p:spPr>
          <a:xfrm>
            <a:off x="1909822" y="1546698"/>
            <a:ext cx="1766593" cy="3233646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17863A4-F60F-8C87-C7FA-C419C2EA8A1E}"/>
              </a:ext>
            </a:extLst>
          </p:cNvPr>
          <p:cNvSpPr/>
          <p:nvPr/>
        </p:nvSpPr>
        <p:spPr>
          <a:xfrm>
            <a:off x="4018830" y="1750978"/>
            <a:ext cx="1305471" cy="7092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池化</a:t>
            </a:r>
            <a:r>
              <a:rPr lang="en-US" altLang="zh-CN" sz="1400" dirty="0">
                <a:solidFill>
                  <a:schemeClr val="tx1"/>
                </a:solidFill>
              </a:rPr>
              <a:t>&amp;</a:t>
            </a:r>
            <a:r>
              <a:rPr lang="zh-CN" altLang="en-US" sz="1400" dirty="0">
                <a:solidFill>
                  <a:schemeClr val="tx1"/>
                </a:solidFill>
              </a:rPr>
              <a:t>归一化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7DC49CB-4083-F93E-CA55-D8CC5F9A2E46}"/>
              </a:ext>
            </a:extLst>
          </p:cNvPr>
          <p:cNvSpPr/>
          <p:nvPr/>
        </p:nvSpPr>
        <p:spPr>
          <a:xfrm>
            <a:off x="4018829" y="2816959"/>
            <a:ext cx="1305471" cy="6939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池化</a:t>
            </a:r>
            <a:r>
              <a:rPr lang="en-US" altLang="zh-CN" sz="1400" dirty="0">
                <a:solidFill>
                  <a:schemeClr val="tx1"/>
                </a:solidFill>
              </a:rPr>
              <a:t>&amp;</a:t>
            </a:r>
            <a:r>
              <a:rPr lang="zh-CN" altLang="en-US" sz="1400" dirty="0">
                <a:solidFill>
                  <a:schemeClr val="tx1"/>
                </a:solidFill>
              </a:rPr>
              <a:t>归一化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0BEAAB-0B4D-87F2-BC9D-7BBC846EDECD}"/>
              </a:ext>
            </a:extLst>
          </p:cNvPr>
          <p:cNvSpPr/>
          <p:nvPr/>
        </p:nvSpPr>
        <p:spPr>
          <a:xfrm>
            <a:off x="4003092" y="3799826"/>
            <a:ext cx="1336943" cy="7003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池化</a:t>
            </a:r>
            <a:r>
              <a:rPr lang="en-US" altLang="zh-CN" sz="1400" dirty="0">
                <a:solidFill>
                  <a:schemeClr val="tx1"/>
                </a:solidFill>
              </a:rPr>
              <a:t>&amp;</a:t>
            </a:r>
            <a:r>
              <a:rPr lang="zh-CN" altLang="en-US" sz="1400" dirty="0">
                <a:solidFill>
                  <a:schemeClr val="tx1"/>
                </a:solidFill>
              </a:rPr>
              <a:t>归一化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60765A69-3D02-27E7-D0FD-2D430F87C990}"/>
                  </a:ext>
                </a:extLst>
              </p:cNvPr>
              <p:cNvSpPr/>
              <p:nvPr/>
            </p:nvSpPr>
            <p:spPr>
              <a:xfrm>
                <a:off x="5747741" y="1750979"/>
                <a:ext cx="1305471" cy="67254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专家网络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60765A69-3D02-27E7-D0FD-2D430F87C9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741" y="1750979"/>
                <a:ext cx="1305471" cy="6725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2AD17B80-225E-6329-9A03-448E7DAD4DE2}"/>
                  </a:ext>
                </a:extLst>
              </p:cNvPr>
              <p:cNvSpPr/>
              <p:nvPr/>
            </p:nvSpPr>
            <p:spPr>
              <a:xfrm>
                <a:off x="5747740" y="2808134"/>
                <a:ext cx="1305471" cy="70039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专家网络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2AD17B80-225E-6329-9A03-448E7DAD4D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740" y="2808134"/>
                <a:ext cx="1305471" cy="70039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2FD344FF-CA7C-DE4C-6EB2-DB4EF1A37CCE}"/>
                  </a:ext>
                </a:extLst>
              </p:cNvPr>
              <p:cNvSpPr/>
              <p:nvPr/>
            </p:nvSpPr>
            <p:spPr>
              <a:xfrm>
                <a:off x="5732003" y="3791001"/>
                <a:ext cx="1336943" cy="70039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专家网络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2FD344FF-CA7C-DE4C-6EB2-DB4EF1A37C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003" y="3791001"/>
                <a:ext cx="1336943" cy="70039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1F66C746-F42D-70AA-2672-30599E142F14}"/>
              </a:ext>
            </a:extLst>
          </p:cNvPr>
          <p:cNvSpPr/>
          <p:nvPr/>
        </p:nvSpPr>
        <p:spPr>
          <a:xfrm>
            <a:off x="5517177" y="1530609"/>
            <a:ext cx="1766593" cy="3233646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820059B-866A-81E1-98A5-C107CA444831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1594424" y="3158329"/>
            <a:ext cx="52621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62355F7-864D-45BD-884B-9F0DD2B7F9BE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26106" y="2101175"/>
            <a:ext cx="592724" cy="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4F182E7-FF08-6B86-D234-0E09392C0780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426106" y="3158329"/>
            <a:ext cx="592723" cy="5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795E285-81CF-3E21-22E3-3ABDC25D5D39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3436757" y="4141196"/>
            <a:ext cx="566335" cy="8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9864DC4-CA2A-3A17-DEBE-A5E1B98AD4F9}"/>
              </a:ext>
            </a:extLst>
          </p:cNvPr>
          <p:cNvCxnSpPr>
            <a:stCxn id="9" idx="3"/>
            <a:endCxn id="15" idx="1"/>
          </p:cNvCxnSpPr>
          <p:nvPr/>
        </p:nvCxnSpPr>
        <p:spPr>
          <a:xfrm flipV="1">
            <a:off x="5324301" y="2087249"/>
            <a:ext cx="423440" cy="1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E7CFA47-D982-338C-1955-279139E86C12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 flipV="1">
            <a:off x="5324300" y="3158330"/>
            <a:ext cx="423440" cy="5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E743621-7DE6-6212-CAD4-1A99BEE4EE13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 flipV="1">
            <a:off x="5340035" y="4141196"/>
            <a:ext cx="391968" cy="8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A6454F2-8FE8-3836-4FA0-5A7579F81A9A}"/>
              </a:ext>
            </a:extLst>
          </p:cNvPr>
          <p:cNvSpPr/>
          <p:nvPr/>
        </p:nvSpPr>
        <p:spPr>
          <a:xfrm>
            <a:off x="7861957" y="1783708"/>
            <a:ext cx="1153769" cy="274923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门控网络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FD262D2-9E39-E2B1-9AD4-0E30F35A1252}"/>
              </a:ext>
            </a:extLst>
          </p:cNvPr>
          <p:cNvSpPr/>
          <p:nvPr/>
        </p:nvSpPr>
        <p:spPr>
          <a:xfrm>
            <a:off x="9593913" y="2412621"/>
            <a:ext cx="1153769" cy="146962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加权融合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F38C3C6-738B-24B6-3381-8FF8720A360F}"/>
              </a:ext>
            </a:extLst>
          </p:cNvPr>
          <p:cNvCxnSpPr>
            <a:stCxn id="15" idx="3"/>
            <a:endCxn id="38" idx="1"/>
          </p:cNvCxnSpPr>
          <p:nvPr/>
        </p:nvCxnSpPr>
        <p:spPr>
          <a:xfrm>
            <a:off x="7053212" y="2087249"/>
            <a:ext cx="808745" cy="1071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0AA0BE0-DB89-192F-C22C-2B9A1BFCB97C}"/>
              </a:ext>
            </a:extLst>
          </p:cNvPr>
          <p:cNvCxnSpPr>
            <a:stCxn id="16" idx="3"/>
            <a:endCxn id="38" idx="1"/>
          </p:cNvCxnSpPr>
          <p:nvPr/>
        </p:nvCxnSpPr>
        <p:spPr>
          <a:xfrm flipV="1">
            <a:off x="7053211" y="3158328"/>
            <a:ext cx="80874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A29AE27-24AB-D6F8-1F18-2F58E37CC331}"/>
              </a:ext>
            </a:extLst>
          </p:cNvPr>
          <p:cNvCxnSpPr>
            <a:stCxn id="17" idx="3"/>
            <a:endCxn id="38" idx="1"/>
          </p:cNvCxnSpPr>
          <p:nvPr/>
        </p:nvCxnSpPr>
        <p:spPr>
          <a:xfrm flipV="1">
            <a:off x="7068946" y="3158328"/>
            <a:ext cx="793011" cy="982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D489B3C-7F9F-EE18-9069-1CD5522F3744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 flipV="1">
            <a:off x="9015726" y="3147432"/>
            <a:ext cx="578187" cy="10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51850E88-F88B-771C-B4C0-63603BB5CF81}"/>
              </a:ext>
            </a:extLst>
          </p:cNvPr>
          <p:cNvSpPr txBox="1"/>
          <p:nvPr/>
        </p:nvSpPr>
        <p:spPr>
          <a:xfrm>
            <a:off x="1777455" y="1094946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多尺度滑动窗口提取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F4745DA-9732-D772-B98D-6F25DD80CAA2}"/>
              </a:ext>
            </a:extLst>
          </p:cNvPr>
          <p:cNvSpPr txBox="1"/>
          <p:nvPr/>
        </p:nvSpPr>
        <p:spPr>
          <a:xfrm>
            <a:off x="3758492" y="1108505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特征编码与归一化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2220C4A-7FC9-BFD1-F052-835817F837B4}"/>
              </a:ext>
            </a:extLst>
          </p:cNvPr>
          <p:cNvSpPr txBox="1"/>
          <p:nvPr/>
        </p:nvSpPr>
        <p:spPr>
          <a:xfrm>
            <a:off x="5692587" y="109077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混合专家网络</a:t>
            </a:r>
          </a:p>
        </p:txBody>
      </p:sp>
    </p:spTree>
    <p:extLst>
      <p:ext uri="{BB962C8B-B14F-4D97-AF65-F5344CB8AC3E}">
        <p14:creationId xmlns:p14="http://schemas.microsoft.com/office/powerpoint/2010/main" val="391429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170B-2EC7-C5E6-4A8D-8F0A86E6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A3F9BC11-4E22-CE3B-01F8-0573AE728A93}"/>
              </a:ext>
            </a:extLst>
          </p:cNvPr>
          <p:cNvSpPr/>
          <p:nvPr/>
        </p:nvSpPr>
        <p:spPr>
          <a:xfrm>
            <a:off x="440655" y="2423518"/>
            <a:ext cx="1153769" cy="146962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输入模块 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</a:rPr>
              <a:t>H x W x C</a:t>
            </a:r>
            <a:r>
              <a:rPr lang="zh-CN" altLang="en-US" sz="12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E737F09-43DF-E6A7-EBDF-391CCB7E8404}"/>
              </a:ext>
            </a:extLst>
          </p:cNvPr>
          <p:cNvSpPr/>
          <p:nvPr/>
        </p:nvSpPr>
        <p:spPr>
          <a:xfrm>
            <a:off x="2120635" y="1750979"/>
            <a:ext cx="1305471" cy="70039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小窗口</a:t>
            </a:r>
            <a:r>
              <a:rPr lang="en-US" altLang="zh-CN" sz="1400" dirty="0">
                <a:solidFill>
                  <a:schemeClr val="tx1"/>
                </a:solidFill>
              </a:rPr>
              <a:t>(4x4)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9264FC7-AECC-8A33-BD36-6063DE09FBFF}"/>
              </a:ext>
            </a:extLst>
          </p:cNvPr>
          <p:cNvSpPr/>
          <p:nvPr/>
        </p:nvSpPr>
        <p:spPr>
          <a:xfrm>
            <a:off x="2099814" y="3791000"/>
            <a:ext cx="1336943" cy="70039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大窗口</a:t>
            </a:r>
            <a:r>
              <a:rPr lang="en-US" altLang="zh-CN" sz="1400" dirty="0">
                <a:solidFill>
                  <a:schemeClr val="tx1"/>
                </a:solidFill>
              </a:rPr>
              <a:t>(16x16)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BE4602-0239-920C-22DA-8AD8F7A2626D}"/>
              </a:ext>
            </a:extLst>
          </p:cNvPr>
          <p:cNvSpPr/>
          <p:nvPr/>
        </p:nvSpPr>
        <p:spPr>
          <a:xfrm>
            <a:off x="2120635" y="2808133"/>
            <a:ext cx="1305471" cy="70039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中窗口</a:t>
            </a:r>
            <a:r>
              <a:rPr lang="en-US" altLang="zh-CN" sz="1400" dirty="0">
                <a:solidFill>
                  <a:schemeClr val="tx1"/>
                </a:solidFill>
              </a:rPr>
              <a:t>(8x8)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2CD060-47C9-94D6-A793-151E190E8E27}"/>
              </a:ext>
            </a:extLst>
          </p:cNvPr>
          <p:cNvSpPr/>
          <p:nvPr/>
        </p:nvSpPr>
        <p:spPr>
          <a:xfrm>
            <a:off x="1909822" y="1546698"/>
            <a:ext cx="1766593" cy="323364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2BE4329-7287-CC6D-820C-60BCF677CA67}"/>
              </a:ext>
            </a:extLst>
          </p:cNvPr>
          <p:cNvSpPr/>
          <p:nvPr/>
        </p:nvSpPr>
        <p:spPr>
          <a:xfrm>
            <a:off x="4018830" y="1750978"/>
            <a:ext cx="1305471" cy="70921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池化</a:t>
            </a:r>
            <a:r>
              <a:rPr lang="en-US" altLang="zh-CN" sz="1400" dirty="0">
                <a:solidFill>
                  <a:schemeClr val="tx1"/>
                </a:solidFill>
              </a:rPr>
              <a:t>&amp;</a:t>
            </a:r>
            <a:r>
              <a:rPr lang="zh-CN" altLang="en-US" sz="1400" dirty="0">
                <a:solidFill>
                  <a:schemeClr val="tx1"/>
                </a:solidFill>
              </a:rPr>
              <a:t>归一化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10CDBD7-A49D-99C9-311F-2B1C0D29C9E5}"/>
              </a:ext>
            </a:extLst>
          </p:cNvPr>
          <p:cNvSpPr/>
          <p:nvPr/>
        </p:nvSpPr>
        <p:spPr>
          <a:xfrm>
            <a:off x="4018829" y="2816959"/>
            <a:ext cx="1305471" cy="69391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池化</a:t>
            </a:r>
            <a:r>
              <a:rPr lang="en-US" altLang="zh-CN" sz="1400" dirty="0">
                <a:solidFill>
                  <a:schemeClr val="tx1"/>
                </a:solidFill>
              </a:rPr>
              <a:t>&amp;</a:t>
            </a:r>
            <a:r>
              <a:rPr lang="zh-CN" altLang="en-US" sz="1400" dirty="0">
                <a:solidFill>
                  <a:schemeClr val="tx1"/>
                </a:solidFill>
              </a:rPr>
              <a:t>归一化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00394B5-DC68-F8E8-39D4-5D3E8F6C368C}"/>
              </a:ext>
            </a:extLst>
          </p:cNvPr>
          <p:cNvSpPr/>
          <p:nvPr/>
        </p:nvSpPr>
        <p:spPr>
          <a:xfrm>
            <a:off x="4003092" y="3799826"/>
            <a:ext cx="1336943" cy="70039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池化</a:t>
            </a:r>
            <a:r>
              <a:rPr lang="en-US" altLang="zh-CN" sz="1400" dirty="0">
                <a:solidFill>
                  <a:schemeClr val="tx1"/>
                </a:solidFill>
              </a:rPr>
              <a:t>&amp;</a:t>
            </a:r>
            <a:r>
              <a:rPr lang="zh-CN" altLang="en-US" sz="1400" dirty="0">
                <a:solidFill>
                  <a:schemeClr val="tx1"/>
                </a:solidFill>
              </a:rPr>
              <a:t>归一化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2B6CAB39-AFBC-E391-B9BB-9FA32B44A1C6}"/>
                  </a:ext>
                </a:extLst>
              </p:cNvPr>
              <p:cNvSpPr/>
              <p:nvPr/>
            </p:nvSpPr>
            <p:spPr>
              <a:xfrm>
                <a:off x="5747741" y="1750979"/>
                <a:ext cx="1305471" cy="672540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专家网络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2B6CAB39-AFBC-E391-B9BB-9FA32B44A1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741" y="1750979"/>
                <a:ext cx="1305471" cy="6725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7278FC7B-83E4-A002-DAF9-3C62ACC838D7}"/>
                  </a:ext>
                </a:extLst>
              </p:cNvPr>
              <p:cNvSpPr/>
              <p:nvPr/>
            </p:nvSpPr>
            <p:spPr>
              <a:xfrm>
                <a:off x="5747740" y="2808134"/>
                <a:ext cx="1305471" cy="700392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专家网络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7278FC7B-83E4-A002-DAF9-3C62ACC838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740" y="2808134"/>
                <a:ext cx="1305471" cy="70039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85E9A291-B238-3EA6-B84B-7D201B2EBC23}"/>
                  </a:ext>
                </a:extLst>
              </p:cNvPr>
              <p:cNvSpPr/>
              <p:nvPr/>
            </p:nvSpPr>
            <p:spPr>
              <a:xfrm>
                <a:off x="5732003" y="3791001"/>
                <a:ext cx="1336943" cy="700390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专家网络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85E9A291-B238-3EA6-B84B-7D201B2EB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003" y="3791001"/>
                <a:ext cx="1336943" cy="70039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6587B932-425D-8C86-4378-C16DB9274884}"/>
              </a:ext>
            </a:extLst>
          </p:cNvPr>
          <p:cNvSpPr/>
          <p:nvPr/>
        </p:nvSpPr>
        <p:spPr>
          <a:xfrm>
            <a:off x="5517177" y="1530609"/>
            <a:ext cx="1766593" cy="323364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5AB560B-4953-A35B-1B2B-1ABABEE7181B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1594424" y="3158329"/>
            <a:ext cx="5262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9E9E14F-9F37-C63F-C241-9F2B2EB20FD0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26106" y="2101175"/>
            <a:ext cx="592724" cy="4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2A6BD5B-D02F-E690-5173-6AE0DACEA6DE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426106" y="3158329"/>
            <a:ext cx="592723" cy="55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2413F5B-841F-1BA4-A4DE-732110F2815A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3436757" y="4141196"/>
            <a:ext cx="566335" cy="88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4A92141-147D-4F17-4E3E-A8186B397081}"/>
              </a:ext>
            </a:extLst>
          </p:cNvPr>
          <p:cNvCxnSpPr>
            <a:stCxn id="9" idx="3"/>
            <a:endCxn id="15" idx="1"/>
          </p:cNvCxnSpPr>
          <p:nvPr/>
        </p:nvCxnSpPr>
        <p:spPr>
          <a:xfrm flipV="1">
            <a:off x="5324301" y="2087249"/>
            <a:ext cx="423440" cy="18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C23CC81-6562-B990-273C-BC15E0B9A8F8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 flipV="1">
            <a:off x="5324300" y="3158330"/>
            <a:ext cx="423440" cy="55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8257F6C-74EF-D379-EBB0-B1FA2D40B271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 flipV="1">
            <a:off x="5340035" y="4141196"/>
            <a:ext cx="391968" cy="88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56B0A41-9902-C586-5BE7-BF869297BC93}"/>
              </a:ext>
            </a:extLst>
          </p:cNvPr>
          <p:cNvSpPr/>
          <p:nvPr/>
        </p:nvSpPr>
        <p:spPr>
          <a:xfrm>
            <a:off x="7861957" y="1783708"/>
            <a:ext cx="1153769" cy="274923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门控网络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D705894-E7BC-67D8-E8D2-E30FABA05571}"/>
              </a:ext>
            </a:extLst>
          </p:cNvPr>
          <p:cNvSpPr/>
          <p:nvPr/>
        </p:nvSpPr>
        <p:spPr>
          <a:xfrm>
            <a:off x="9593913" y="2412621"/>
            <a:ext cx="1153769" cy="146962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加权融合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FD1CE97-B000-7E42-7CC3-66E318E28A5D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7053212" y="2087249"/>
            <a:ext cx="745067" cy="9492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50CF3EA-D04C-D8F1-3A7A-BA875FB2FEC3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 flipV="1">
            <a:off x="7053211" y="3158328"/>
            <a:ext cx="808746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23472F3-A19E-FAA0-ECDA-4848081F0954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7068946" y="3260785"/>
            <a:ext cx="729333" cy="880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6B6DF0A-AE3D-98F0-7114-F222FFA7E0B7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 flipV="1">
            <a:off x="9015726" y="3147432"/>
            <a:ext cx="578187" cy="108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FFA04D21-8057-3883-F06B-A0896ECED996}"/>
              </a:ext>
            </a:extLst>
          </p:cNvPr>
          <p:cNvSpPr txBox="1"/>
          <p:nvPr/>
        </p:nvSpPr>
        <p:spPr>
          <a:xfrm>
            <a:off x="1777455" y="1094946"/>
            <a:ext cx="2031325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多尺度滑动窗口提取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296B035-BDCA-DA93-682D-99BFAA8A04E1}"/>
              </a:ext>
            </a:extLst>
          </p:cNvPr>
          <p:cNvSpPr txBox="1"/>
          <p:nvPr/>
        </p:nvSpPr>
        <p:spPr>
          <a:xfrm>
            <a:off x="3758492" y="1108505"/>
            <a:ext cx="1826141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特征编码与归一化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1A65BE2-F902-2B92-5EFC-6BE297D1F159}"/>
              </a:ext>
            </a:extLst>
          </p:cNvPr>
          <p:cNvSpPr txBox="1"/>
          <p:nvPr/>
        </p:nvSpPr>
        <p:spPr>
          <a:xfrm>
            <a:off x="5692587" y="1090778"/>
            <a:ext cx="141577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混合专家网络</a:t>
            </a:r>
          </a:p>
        </p:txBody>
      </p:sp>
    </p:spTree>
    <p:extLst>
      <p:ext uri="{BB962C8B-B14F-4D97-AF65-F5344CB8AC3E}">
        <p14:creationId xmlns:p14="http://schemas.microsoft.com/office/powerpoint/2010/main" val="337541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A6A8E-739F-E21D-8070-D004C675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12FB25-8D96-1F02-3B4F-5FC6C96B70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1"/>
          <a:stretch>
            <a:fillRect/>
          </a:stretch>
        </p:blipFill>
        <p:spPr>
          <a:xfrm>
            <a:off x="2822776" y="665544"/>
            <a:ext cx="6546448" cy="552691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140B04E-EDF4-223A-4D0A-B7F572130A21}"/>
              </a:ext>
            </a:extLst>
          </p:cNvPr>
          <p:cNvSpPr txBox="1"/>
          <p:nvPr/>
        </p:nvSpPr>
        <p:spPr>
          <a:xfrm>
            <a:off x="3437681" y="2407533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Scale 1:</a:t>
            </a:r>
            <a:r>
              <a:rPr lang="zh-CN" altLang="en-US" dirty="0"/>
              <a:t> </a:t>
            </a:r>
            <a:r>
              <a:rPr lang="en-US" altLang="zh-CN" dirty="0"/>
              <a:t>4x4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D8EE0F-1989-B1AC-1BE7-613D84B8608D}"/>
              </a:ext>
            </a:extLst>
          </p:cNvPr>
          <p:cNvSpPr txBox="1"/>
          <p:nvPr/>
        </p:nvSpPr>
        <p:spPr>
          <a:xfrm>
            <a:off x="5428189" y="2407533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Scale 2:</a:t>
            </a:r>
            <a:r>
              <a:rPr lang="zh-CN" altLang="en-US" dirty="0"/>
              <a:t> </a:t>
            </a:r>
            <a:r>
              <a:rPr lang="en-US" altLang="zh-CN" dirty="0"/>
              <a:t>8x8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06A4B9-DBE1-D5DA-5352-4E7A76AF71E5}"/>
              </a:ext>
            </a:extLst>
          </p:cNvPr>
          <p:cNvSpPr txBox="1"/>
          <p:nvPr/>
        </p:nvSpPr>
        <p:spPr>
          <a:xfrm>
            <a:off x="7276878" y="2407532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Scale 3:</a:t>
            </a:r>
            <a:r>
              <a:rPr lang="zh-CN" altLang="en-US" dirty="0"/>
              <a:t> </a:t>
            </a:r>
            <a:r>
              <a:rPr lang="en-US" altLang="zh-CN" dirty="0"/>
              <a:t>16x16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19BCC9B-70D0-16FE-4AA0-6B46F6359E4F}"/>
                  </a:ext>
                </a:extLst>
              </p:cNvPr>
              <p:cNvSpPr txBox="1"/>
              <p:nvPr/>
            </p:nvSpPr>
            <p:spPr>
              <a:xfrm>
                <a:off x="3499493" y="5480708"/>
                <a:ext cx="1206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19BCC9B-70D0-16FE-4AA0-6B46F6359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493" y="5480708"/>
                <a:ext cx="1206677" cy="369332"/>
              </a:xfrm>
              <a:prstGeom prst="rect">
                <a:avLst/>
              </a:prstGeom>
              <a:blipFill>
                <a:blip r:embed="rId3"/>
                <a:stretch>
                  <a:fillRect t="-9836" r="-6061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3494A34-4BA2-9A24-2C92-F90A14E73007}"/>
                  </a:ext>
                </a:extLst>
              </p:cNvPr>
              <p:cNvSpPr txBox="1"/>
              <p:nvPr/>
            </p:nvSpPr>
            <p:spPr>
              <a:xfrm>
                <a:off x="5490001" y="5480708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3494A34-4BA2-9A24-2C92-F90A14E73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001" y="5480708"/>
                <a:ext cx="1217320" cy="369332"/>
              </a:xfrm>
              <a:prstGeom prst="rect">
                <a:avLst/>
              </a:prstGeom>
              <a:blipFill>
                <a:blip r:embed="rId4"/>
                <a:stretch>
                  <a:fillRect t="-9836" r="-5528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D947D81-322A-C87B-0D8F-5325DEB47171}"/>
                  </a:ext>
                </a:extLst>
              </p:cNvPr>
              <p:cNvSpPr txBox="1"/>
              <p:nvPr/>
            </p:nvSpPr>
            <p:spPr>
              <a:xfrm>
                <a:off x="7460518" y="5480708"/>
                <a:ext cx="1217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D947D81-322A-C87B-0D8F-5325DEB47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518" y="5480708"/>
                <a:ext cx="1217321" cy="369332"/>
              </a:xfrm>
              <a:prstGeom prst="rect">
                <a:avLst/>
              </a:prstGeom>
              <a:blipFill>
                <a:blip r:embed="rId5"/>
                <a:stretch>
                  <a:fillRect t="-9836" r="-5000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2D2BCCAA-6C46-D878-FE66-76770F0609FD}"/>
              </a:ext>
            </a:extLst>
          </p:cNvPr>
          <p:cNvSpPr/>
          <p:nvPr/>
        </p:nvSpPr>
        <p:spPr>
          <a:xfrm>
            <a:off x="3437681" y="5297949"/>
            <a:ext cx="1444870" cy="7491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711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59D82-E71A-AC80-57D6-6DAAF351E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9658DF1B-7D3C-8FC8-B711-5E8184F79568}"/>
              </a:ext>
            </a:extLst>
          </p:cNvPr>
          <p:cNvSpPr txBox="1"/>
          <p:nvPr/>
        </p:nvSpPr>
        <p:spPr>
          <a:xfrm>
            <a:off x="3437681" y="2640440"/>
            <a:ext cx="13356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Scale 1:</a:t>
            </a:r>
            <a:r>
              <a:rPr lang="zh-CN" altLang="en-US" dirty="0"/>
              <a:t> </a:t>
            </a:r>
            <a:r>
              <a:rPr lang="en-US" altLang="zh-CN" dirty="0"/>
              <a:t>4x4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DBA9DE-B0E0-F2D7-7832-46F6A8230C8C}"/>
              </a:ext>
            </a:extLst>
          </p:cNvPr>
          <p:cNvSpPr txBox="1"/>
          <p:nvPr/>
        </p:nvSpPr>
        <p:spPr>
          <a:xfrm>
            <a:off x="5434153" y="2640440"/>
            <a:ext cx="13356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Scale 2:</a:t>
            </a:r>
            <a:r>
              <a:rPr lang="zh-CN" altLang="en-US" dirty="0"/>
              <a:t> </a:t>
            </a:r>
            <a:r>
              <a:rPr lang="en-US" altLang="zh-CN" dirty="0"/>
              <a:t>8x8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DA05C9-219B-ECB2-E6DC-D791B3AFBB7B}"/>
              </a:ext>
            </a:extLst>
          </p:cNvPr>
          <p:cNvSpPr txBox="1"/>
          <p:nvPr/>
        </p:nvSpPr>
        <p:spPr>
          <a:xfrm>
            <a:off x="7207013" y="2640440"/>
            <a:ext cx="157927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Scale 3:</a:t>
            </a:r>
            <a:r>
              <a:rPr lang="zh-CN" altLang="en-US" dirty="0"/>
              <a:t> </a:t>
            </a:r>
            <a:r>
              <a:rPr lang="en-US" altLang="zh-CN" dirty="0"/>
              <a:t>16x16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F5BD3F5-AC99-5EF3-F2B8-3E0D3B4D5B54}"/>
                  </a:ext>
                </a:extLst>
              </p:cNvPr>
              <p:cNvSpPr txBox="1"/>
              <p:nvPr/>
            </p:nvSpPr>
            <p:spPr>
              <a:xfrm>
                <a:off x="3499493" y="5256424"/>
                <a:ext cx="1206677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F5BD3F5-AC99-5EF3-F2B8-3E0D3B4D5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493" y="5256424"/>
                <a:ext cx="120667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362E7A2-698D-4EF4-7E62-E521130A7EC0}"/>
                  </a:ext>
                </a:extLst>
              </p:cNvPr>
              <p:cNvSpPr txBox="1"/>
              <p:nvPr/>
            </p:nvSpPr>
            <p:spPr>
              <a:xfrm>
                <a:off x="5490001" y="5256424"/>
                <a:ext cx="121732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362E7A2-698D-4EF4-7E62-E521130A7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001" y="5256424"/>
                <a:ext cx="12173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AC3F2D9-B2A4-DE88-7870-AD2B33B62430}"/>
                  </a:ext>
                </a:extLst>
              </p:cNvPr>
              <p:cNvSpPr txBox="1"/>
              <p:nvPr/>
            </p:nvSpPr>
            <p:spPr>
              <a:xfrm>
                <a:off x="7460518" y="5256424"/>
                <a:ext cx="1217321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AC3F2D9-B2A4-DE88-7870-AD2B33B62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518" y="5256424"/>
                <a:ext cx="12173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D3AA36BD-52FC-6340-D43D-4F8BB4C2D1FC}"/>
              </a:ext>
            </a:extLst>
          </p:cNvPr>
          <p:cNvSpPr/>
          <p:nvPr/>
        </p:nvSpPr>
        <p:spPr>
          <a:xfrm>
            <a:off x="3269410" y="2027208"/>
            <a:ext cx="5702061" cy="159588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F6BBD3-5D60-AF10-C6F8-B3E21AC76A45}"/>
              </a:ext>
            </a:extLst>
          </p:cNvPr>
          <p:cNvSpPr/>
          <p:nvPr/>
        </p:nvSpPr>
        <p:spPr>
          <a:xfrm>
            <a:off x="3482241" y="3079629"/>
            <a:ext cx="1206677" cy="10360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C617FB-137A-00D6-A999-0297C71E2605}"/>
              </a:ext>
            </a:extLst>
          </p:cNvPr>
          <p:cNvSpPr/>
          <p:nvPr/>
        </p:nvSpPr>
        <p:spPr>
          <a:xfrm>
            <a:off x="5490001" y="3079628"/>
            <a:ext cx="1206677" cy="10360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8A835D-F4E8-3C35-CAFE-23DD313CDFBA}"/>
              </a:ext>
            </a:extLst>
          </p:cNvPr>
          <p:cNvSpPr/>
          <p:nvPr/>
        </p:nvSpPr>
        <p:spPr>
          <a:xfrm>
            <a:off x="7460518" y="3079628"/>
            <a:ext cx="1206677" cy="10360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E49DA4-6D02-04CB-8853-42AF35FA4DE5}"/>
              </a:ext>
            </a:extLst>
          </p:cNvPr>
          <p:cNvSpPr/>
          <p:nvPr/>
        </p:nvSpPr>
        <p:spPr>
          <a:xfrm>
            <a:off x="3380396" y="5066506"/>
            <a:ext cx="1444870" cy="7491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636743-D210-76E4-7549-04DC8DCA0343}"/>
              </a:ext>
            </a:extLst>
          </p:cNvPr>
          <p:cNvSpPr/>
          <p:nvPr/>
        </p:nvSpPr>
        <p:spPr>
          <a:xfrm>
            <a:off x="5370904" y="5082566"/>
            <a:ext cx="1444870" cy="7491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CAA55D-300E-63DC-B5E7-18F1CF7EFA64}"/>
              </a:ext>
            </a:extLst>
          </p:cNvPr>
          <p:cNvSpPr/>
          <p:nvPr/>
        </p:nvSpPr>
        <p:spPr>
          <a:xfrm>
            <a:off x="7341421" y="5066506"/>
            <a:ext cx="1444870" cy="7491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87962F9-A306-C5CA-2883-53D6C336DFFD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4085580" y="4115640"/>
            <a:ext cx="17251" cy="9508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3E34C30-9A9A-AAD3-8CD8-51DDEEAD7DC8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93339" y="4131700"/>
            <a:ext cx="0" cy="9508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22419B0-9878-85E7-2AFD-1DEC2ED66C1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046605" y="4115640"/>
            <a:ext cx="17251" cy="9508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96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AE6E-244F-4734-B58D-FDEBDE11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ABB9ACD-F585-4F2D-E176-866659A467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17" b="40512"/>
          <a:stretch>
            <a:fillRect/>
          </a:stretch>
        </p:blipFill>
        <p:spPr>
          <a:xfrm>
            <a:off x="1721570" y="973318"/>
            <a:ext cx="8748860" cy="3193330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D061C1A-2046-176A-77D9-377A76AC8F08}"/>
              </a:ext>
            </a:extLst>
          </p:cNvPr>
          <p:cNvCxnSpPr/>
          <p:nvPr/>
        </p:nvCxnSpPr>
        <p:spPr>
          <a:xfrm>
            <a:off x="6429080" y="1602557"/>
            <a:ext cx="744718" cy="1574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9FF48B3-BA43-79E4-97DE-F0D6ABAF88A9}"/>
              </a:ext>
            </a:extLst>
          </p:cNvPr>
          <p:cNvCxnSpPr/>
          <p:nvPr/>
        </p:nvCxnSpPr>
        <p:spPr>
          <a:xfrm>
            <a:off x="6438507" y="2677212"/>
            <a:ext cx="659877" cy="52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1D4CD03-4CE2-A5CD-3602-0E65FEE087B5}"/>
              </a:ext>
            </a:extLst>
          </p:cNvPr>
          <p:cNvCxnSpPr>
            <a:cxnSpLocks/>
          </p:cNvCxnSpPr>
          <p:nvPr/>
        </p:nvCxnSpPr>
        <p:spPr>
          <a:xfrm flipV="1">
            <a:off x="6429080" y="3205113"/>
            <a:ext cx="744718" cy="603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21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39357-1270-0992-63F1-3E8DD94C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7EE846-F2EA-FCA7-3128-A9F7E9AFE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605" y="1000000"/>
            <a:ext cx="5159735" cy="538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0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969C-FAB2-ED84-9428-DFF754CD3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2B5463-0BA2-2EE9-3106-50129AE6E8FD}"/>
              </a:ext>
            </a:extLst>
          </p:cNvPr>
          <p:cNvSpPr/>
          <p:nvPr/>
        </p:nvSpPr>
        <p:spPr>
          <a:xfrm>
            <a:off x="874144" y="2462837"/>
            <a:ext cx="1460811" cy="67286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927315-E5BB-00C1-DA3F-81710B13B466}"/>
              </a:ext>
            </a:extLst>
          </p:cNvPr>
          <p:cNvSpPr/>
          <p:nvPr/>
        </p:nvSpPr>
        <p:spPr>
          <a:xfrm>
            <a:off x="874144" y="3423240"/>
            <a:ext cx="1460811" cy="67286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7A6527-7741-5809-BE98-94AACDA0AF00}"/>
              </a:ext>
            </a:extLst>
          </p:cNvPr>
          <p:cNvSpPr/>
          <p:nvPr/>
        </p:nvSpPr>
        <p:spPr>
          <a:xfrm>
            <a:off x="874144" y="1502434"/>
            <a:ext cx="1460811" cy="67286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B10184-DB93-AE5E-C84A-5B23116DBBC1}"/>
              </a:ext>
            </a:extLst>
          </p:cNvPr>
          <p:cNvSpPr txBox="1"/>
          <p:nvPr/>
        </p:nvSpPr>
        <p:spPr>
          <a:xfrm>
            <a:off x="1165967" y="165419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Scale 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C39D9A-81DE-598B-2356-74EF8DD1C5C6}"/>
              </a:ext>
            </a:extLst>
          </p:cNvPr>
          <p:cNvSpPr txBox="1"/>
          <p:nvPr/>
        </p:nvSpPr>
        <p:spPr>
          <a:xfrm>
            <a:off x="1165966" y="26146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Scale 2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1BC1C6-4D18-B1E4-64B7-29F4235677B3}"/>
              </a:ext>
            </a:extLst>
          </p:cNvPr>
          <p:cNvSpPr txBox="1"/>
          <p:nvPr/>
        </p:nvSpPr>
        <p:spPr>
          <a:xfrm>
            <a:off x="1156008" y="35750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Scale 3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F24CFB-FA41-F8D6-DB6C-63D4AFF9C93C}"/>
              </a:ext>
            </a:extLst>
          </p:cNvPr>
          <p:cNvSpPr/>
          <p:nvPr/>
        </p:nvSpPr>
        <p:spPr>
          <a:xfrm>
            <a:off x="3191775" y="1538848"/>
            <a:ext cx="836761" cy="1412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2C2A40-6D94-8945-0B4B-555298845FCF}"/>
              </a:ext>
            </a:extLst>
          </p:cNvPr>
          <p:cNvSpPr/>
          <p:nvPr/>
        </p:nvSpPr>
        <p:spPr>
          <a:xfrm>
            <a:off x="3191775" y="1761261"/>
            <a:ext cx="836761" cy="1412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2D869A-FF0E-3F27-F36D-4FF91F930980}"/>
              </a:ext>
            </a:extLst>
          </p:cNvPr>
          <p:cNvSpPr/>
          <p:nvPr/>
        </p:nvSpPr>
        <p:spPr>
          <a:xfrm>
            <a:off x="3191774" y="1983674"/>
            <a:ext cx="836761" cy="1412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FF4884-B470-4DBA-1024-032DB4885409}"/>
              </a:ext>
            </a:extLst>
          </p:cNvPr>
          <p:cNvSpPr/>
          <p:nvPr/>
        </p:nvSpPr>
        <p:spPr>
          <a:xfrm>
            <a:off x="3191775" y="2523694"/>
            <a:ext cx="836761" cy="1412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0479B5-16B5-22D3-E17A-EC780B5FF8F8}"/>
              </a:ext>
            </a:extLst>
          </p:cNvPr>
          <p:cNvSpPr/>
          <p:nvPr/>
        </p:nvSpPr>
        <p:spPr>
          <a:xfrm>
            <a:off x="3191775" y="2746107"/>
            <a:ext cx="836761" cy="1412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EA907C4-6293-7C31-9F9D-6F12DF4E89FB}"/>
              </a:ext>
            </a:extLst>
          </p:cNvPr>
          <p:cNvSpPr/>
          <p:nvPr/>
        </p:nvSpPr>
        <p:spPr>
          <a:xfrm>
            <a:off x="3191774" y="2968520"/>
            <a:ext cx="836761" cy="1412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8ED907-A1BA-DAA1-17E2-A223D71709BC}"/>
              </a:ext>
            </a:extLst>
          </p:cNvPr>
          <p:cNvSpPr/>
          <p:nvPr/>
        </p:nvSpPr>
        <p:spPr>
          <a:xfrm>
            <a:off x="3191774" y="3455119"/>
            <a:ext cx="836761" cy="1412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90E655-D14F-3BB3-8C9C-A1DFFE268C5D}"/>
              </a:ext>
            </a:extLst>
          </p:cNvPr>
          <p:cNvSpPr/>
          <p:nvPr/>
        </p:nvSpPr>
        <p:spPr>
          <a:xfrm>
            <a:off x="3191774" y="3677532"/>
            <a:ext cx="836761" cy="1412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A83376-49FD-9E6D-2210-57D51ADC70DC}"/>
              </a:ext>
            </a:extLst>
          </p:cNvPr>
          <p:cNvSpPr/>
          <p:nvPr/>
        </p:nvSpPr>
        <p:spPr>
          <a:xfrm>
            <a:off x="3191773" y="3899945"/>
            <a:ext cx="836761" cy="1412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2B2A651-73D4-DCAC-3CCD-3814AF6B1D72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334955" y="1831911"/>
            <a:ext cx="856820" cy="69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E564EFA-A8AD-D782-E973-9D7314F7A736}"/>
              </a:ext>
            </a:extLst>
          </p:cNvPr>
          <p:cNvCxnSpPr>
            <a:cxnSpLocks/>
          </p:cNvCxnSpPr>
          <p:nvPr/>
        </p:nvCxnSpPr>
        <p:spPr>
          <a:xfrm flipV="1">
            <a:off x="2334955" y="2794795"/>
            <a:ext cx="856820" cy="69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35782C0-4F17-C936-E448-ADE91369364C}"/>
              </a:ext>
            </a:extLst>
          </p:cNvPr>
          <p:cNvCxnSpPr>
            <a:cxnSpLocks/>
          </p:cNvCxnSpPr>
          <p:nvPr/>
        </p:nvCxnSpPr>
        <p:spPr>
          <a:xfrm flipV="1">
            <a:off x="2334953" y="3735879"/>
            <a:ext cx="856820" cy="69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1076A35-4321-F05B-0417-A38896D66210}"/>
              </a:ext>
            </a:extLst>
          </p:cNvPr>
          <p:cNvSpPr txBox="1"/>
          <p:nvPr/>
        </p:nvSpPr>
        <p:spPr>
          <a:xfrm>
            <a:off x="2552409" y="146953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E1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1035658-E054-877E-077A-577822C86DBD}"/>
              </a:ext>
            </a:extLst>
          </p:cNvPr>
          <p:cNvSpPr txBox="1"/>
          <p:nvPr/>
        </p:nvSpPr>
        <p:spPr>
          <a:xfrm>
            <a:off x="2552408" y="2408647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E2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D598A5D-8D13-7980-C82C-D79F16EC9075}"/>
              </a:ext>
            </a:extLst>
          </p:cNvPr>
          <p:cNvSpPr txBox="1"/>
          <p:nvPr/>
        </p:nvSpPr>
        <p:spPr>
          <a:xfrm>
            <a:off x="2552408" y="3363427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E3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A7ABE9-8F32-7673-12A2-0CBD5058BA19}"/>
              </a:ext>
            </a:extLst>
          </p:cNvPr>
          <p:cNvSpPr/>
          <p:nvPr/>
        </p:nvSpPr>
        <p:spPr>
          <a:xfrm>
            <a:off x="5020575" y="1647244"/>
            <a:ext cx="639364" cy="3693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6330E9-E3F1-EC7B-AA6D-FEE3C30978DE}"/>
              </a:ext>
            </a:extLst>
          </p:cNvPr>
          <p:cNvSpPr txBox="1"/>
          <p:nvPr/>
        </p:nvSpPr>
        <p:spPr>
          <a:xfrm>
            <a:off x="5123691" y="164724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h1</a:t>
            </a:r>
            <a:endParaRPr lang="zh-CN" altLang="en-US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BFE2A67-AFD7-2470-D48B-6E64388DD38A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4048595" y="1831911"/>
            <a:ext cx="971980" cy="3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BAD2838F-8615-22F9-A861-4A1B3FBB0F42}"/>
              </a:ext>
            </a:extLst>
          </p:cNvPr>
          <p:cNvSpPr txBox="1"/>
          <p:nvPr/>
        </p:nvSpPr>
        <p:spPr>
          <a:xfrm>
            <a:off x="4190935" y="1481200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RELU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D0A9CD-5F0C-6BD0-D215-E558B378B852}"/>
              </a:ext>
            </a:extLst>
          </p:cNvPr>
          <p:cNvSpPr/>
          <p:nvPr/>
        </p:nvSpPr>
        <p:spPr>
          <a:xfrm>
            <a:off x="5020575" y="2617081"/>
            <a:ext cx="639364" cy="3693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1F6DC09-AEED-D318-E5A8-F552CF726DFE}"/>
              </a:ext>
            </a:extLst>
          </p:cNvPr>
          <p:cNvSpPr txBox="1"/>
          <p:nvPr/>
        </p:nvSpPr>
        <p:spPr>
          <a:xfrm>
            <a:off x="5123691" y="2617082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h2</a:t>
            </a:r>
            <a:endParaRPr lang="zh-CN" altLang="en-US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D120146B-129F-8202-9B14-1D420D9B867B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4048595" y="2801748"/>
            <a:ext cx="971980" cy="3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3A46B089-501B-D968-1441-8B6B50D30A5C}"/>
              </a:ext>
            </a:extLst>
          </p:cNvPr>
          <p:cNvSpPr txBox="1"/>
          <p:nvPr/>
        </p:nvSpPr>
        <p:spPr>
          <a:xfrm>
            <a:off x="4190935" y="2451037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RELU</a:t>
            </a:r>
            <a:endParaRPr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A1AC24F-4117-E1A4-DDBE-0D7628540632}"/>
              </a:ext>
            </a:extLst>
          </p:cNvPr>
          <p:cNvSpPr/>
          <p:nvPr/>
        </p:nvSpPr>
        <p:spPr>
          <a:xfrm>
            <a:off x="5020575" y="3568297"/>
            <a:ext cx="639364" cy="3693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4F6400A-4572-D930-C4E1-AB1FD2D17936}"/>
              </a:ext>
            </a:extLst>
          </p:cNvPr>
          <p:cNvSpPr txBox="1"/>
          <p:nvPr/>
        </p:nvSpPr>
        <p:spPr>
          <a:xfrm>
            <a:off x="5123691" y="356829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h3</a:t>
            </a:r>
            <a:endParaRPr lang="zh-CN" altLang="en-US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98F32CB-B200-FA70-584F-42A65FF4C9A0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4048595" y="3752964"/>
            <a:ext cx="971980" cy="3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A9E23EDE-7585-B030-4B04-9EB2054DE923}"/>
              </a:ext>
            </a:extLst>
          </p:cNvPr>
          <p:cNvSpPr txBox="1"/>
          <p:nvPr/>
        </p:nvSpPr>
        <p:spPr>
          <a:xfrm>
            <a:off x="4190935" y="3402253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RELU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5D2C338-B564-36AD-54F7-8D78F15F6B6B}"/>
              </a:ext>
            </a:extLst>
          </p:cNvPr>
          <p:cNvSpPr txBox="1"/>
          <p:nvPr/>
        </p:nvSpPr>
        <p:spPr>
          <a:xfrm>
            <a:off x="3397157" y="1229263"/>
            <a:ext cx="421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E1</a:t>
            </a:r>
            <a:endParaRPr lang="zh-CN" altLang="en-US" sz="1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92F49E6-D479-7B5A-5BAD-730BDE8D62C2}"/>
              </a:ext>
            </a:extLst>
          </p:cNvPr>
          <p:cNvSpPr txBox="1"/>
          <p:nvPr/>
        </p:nvSpPr>
        <p:spPr>
          <a:xfrm>
            <a:off x="3399198" y="2240027"/>
            <a:ext cx="421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E2</a:t>
            </a:r>
            <a:endParaRPr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E2FC9FD-4E5B-6E7A-B46A-DBC53354144F}"/>
              </a:ext>
            </a:extLst>
          </p:cNvPr>
          <p:cNvSpPr txBox="1"/>
          <p:nvPr/>
        </p:nvSpPr>
        <p:spPr>
          <a:xfrm>
            <a:off x="3397157" y="3184041"/>
            <a:ext cx="421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E3</a:t>
            </a:r>
            <a:endParaRPr lang="zh-CN" altLang="en-US" sz="1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4CC9858-817D-4D15-7030-05F36E467B53}"/>
              </a:ext>
            </a:extLst>
          </p:cNvPr>
          <p:cNvSpPr/>
          <p:nvPr/>
        </p:nvSpPr>
        <p:spPr>
          <a:xfrm>
            <a:off x="6506728" y="2459246"/>
            <a:ext cx="1379857" cy="72849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4EB173A-612B-691D-08B1-2DAFE21C3109}"/>
              </a:ext>
            </a:extLst>
          </p:cNvPr>
          <p:cNvSpPr txBox="1"/>
          <p:nvPr/>
        </p:nvSpPr>
        <p:spPr>
          <a:xfrm>
            <a:off x="6606879" y="2489366"/>
            <a:ext cx="1531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Weighted Fusion</a:t>
            </a:r>
            <a:endParaRPr lang="zh-CN" altLang="en-US" b="1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25E208A-6CDD-BCC6-5B34-4E8E82FBEF97}"/>
              </a:ext>
            </a:extLst>
          </p:cNvPr>
          <p:cNvSpPr/>
          <p:nvPr/>
        </p:nvSpPr>
        <p:spPr>
          <a:xfrm>
            <a:off x="8479301" y="2459246"/>
            <a:ext cx="1249295" cy="72849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65C798F-54AD-085F-409D-FB02BDD7D42D}"/>
                  </a:ext>
                </a:extLst>
              </p:cNvPr>
              <p:cNvSpPr txBox="1"/>
              <p:nvPr/>
            </p:nvSpPr>
            <p:spPr>
              <a:xfrm>
                <a:off x="8579452" y="2610129"/>
                <a:ext cx="1149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b="1" dirty="0"/>
                  <a:t>fused</a:t>
                </a:r>
                <a:endParaRPr lang="zh-CN" altLang="en-US" b="1" dirty="0"/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65C798F-54AD-085F-409D-FB02BDD7D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452" y="2610129"/>
                <a:ext cx="1149144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61448A9-D2A2-AE3F-A8B8-CD8F1BD64871}"/>
              </a:ext>
            </a:extLst>
          </p:cNvPr>
          <p:cNvCxnSpPr>
            <a:cxnSpLocks/>
          </p:cNvCxnSpPr>
          <p:nvPr/>
        </p:nvCxnSpPr>
        <p:spPr>
          <a:xfrm>
            <a:off x="5659939" y="1831910"/>
            <a:ext cx="740861" cy="9141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D4196988-89D1-15D4-462B-77F6CBB5EA43}"/>
              </a:ext>
            </a:extLst>
          </p:cNvPr>
          <p:cNvCxnSpPr>
            <a:cxnSpLocks/>
          </p:cNvCxnSpPr>
          <p:nvPr/>
        </p:nvCxnSpPr>
        <p:spPr>
          <a:xfrm flipV="1">
            <a:off x="5640891" y="2820369"/>
            <a:ext cx="759909" cy="9372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B5229E3-DD33-DB52-1998-8EE56F4DC410}"/>
              </a:ext>
            </a:extLst>
          </p:cNvPr>
          <p:cNvCxnSpPr>
            <a:cxnSpLocks/>
          </p:cNvCxnSpPr>
          <p:nvPr/>
        </p:nvCxnSpPr>
        <p:spPr>
          <a:xfrm flipV="1">
            <a:off x="5662751" y="2794795"/>
            <a:ext cx="602959" cy="34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2E1C289-D070-4CE8-F29A-A4703346C3A0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7880307" y="2798271"/>
            <a:ext cx="598994" cy="252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02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2282</TotalTime>
  <Words>200</Words>
  <Application>Microsoft Office PowerPoint</Application>
  <PresentationFormat>宽屏</PresentationFormat>
  <Paragraphs>61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子钰 叶</dc:creator>
  <cp:lastModifiedBy>子钰 叶</cp:lastModifiedBy>
  <cp:revision>2</cp:revision>
  <dcterms:created xsi:type="dcterms:W3CDTF">2025-12-02T16:18:14Z</dcterms:created>
  <dcterms:modified xsi:type="dcterms:W3CDTF">2025-12-04T06:20:36Z</dcterms:modified>
</cp:coreProperties>
</file>